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60" r:id="rId5"/>
    <p:sldId id="261" r:id="rId6"/>
    <p:sldId id="259" r:id="rId7"/>
    <p:sldId id="262" r:id="rId8"/>
    <p:sldId id="263" r:id="rId9"/>
  </p:sldIdLst>
  <p:sldSz cx="14630400" cy="8229600"/>
  <p:notesSz cx="8229600" cy="14630400"/>
  <p:embeddedFontLst>
    <p:embeddedFont>
      <p:font typeface="Cooper Black" panose="0208090404030B020404" pitchFamily="18" charset="0"/>
      <p:regular r:id="rId11"/>
    </p:embeddedFont>
    <p:embeddedFont>
      <p:font typeface="Source Sans Pro" panose="020B0503030403020204" pitchFamily="3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C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E6C41C-7FD6-4527-B017-A64F365B0260}" v="19" dt="2025-03-27T15:26:41.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sh Mathur" userId="5d29040443b93428" providerId="LiveId" clId="{27E6C41C-7FD6-4527-B017-A64F365B0260}"/>
    <pc:docChg chg="undo custSel addSld delSld modSld sldOrd">
      <pc:chgData name="Shivansh Mathur" userId="5d29040443b93428" providerId="LiveId" clId="{27E6C41C-7FD6-4527-B017-A64F365B0260}" dt="2025-03-27T15:27:25.916" v="145" actId="20577"/>
      <pc:docMkLst>
        <pc:docMk/>
      </pc:docMkLst>
      <pc:sldChg chg="modSp add del mod">
        <pc:chgData name="Shivansh Mathur" userId="5d29040443b93428" providerId="LiveId" clId="{27E6C41C-7FD6-4527-B017-A64F365B0260}" dt="2025-03-27T14:12:25.231" v="134" actId="20577"/>
        <pc:sldMkLst>
          <pc:docMk/>
          <pc:sldMk cId="0" sldId="256"/>
        </pc:sldMkLst>
        <pc:spChg chg="mod">
          <ac:chgData name="Shivansh Mathur" userId="5d29040443b93428" providerId="LiveId" clId="{27E6C41C-7FD6-4527-B017-A64F365B0260}" dt="2025-03-27T14:12:25.231" v="134" actId="20577"/>
          <ac:spMkLst>
            <pc:docMk/>
            <pc:sldMk cId="0" sldId="256"/>
            <ac:spMk id="3" creationId="{00000000-0000-0000-0000-000000000000}"/>
          </ac:spMkLst>
        </pc:spChg>
      </pc:sldChg>
      <pc:sldChg chg="addSp modSp mod">
        <pc:chgData name="Shivansh Mathur" userId="5d29040443b93428" providerId="LiveId" clId="{27E6C41C-7FD6-4527-B017-A64F365B0260}" dt="2025-03-27T14:10:29.509" v="126" actId="1076"/>
        <pc:sldMkLst>
          <pc:docMk/>
          <pc:sldMk cId="0" sldId="257"/>
        </pc:sldMkLst>
        <pc:spChg chg="mod">
          <ac:chgData name="Shivansh Mathur" userId="5d29040443b93428" providerId="LiveId" clId="{27E6C41C-7FD6-4527-B017-A64F365B0260}" dt="2025-03-27T14:04:36.507" v="88" actId="1076"/>
          <ac:spMkLst>
            <pc:docMk/>
            <pc:sldMk cId="0" sldId="257"/>
            <ac:spMk id="2" creationId="{00000000-0000-0000-0000-000000000000}"/>
          </ac:spMkLst>
        </pc:spChg>
        <pc:spChg chg="mod">
          <ac:chgData name="Shivansh Mathur" userId="5d29040443b93428" providerId="LiveId" clId="{27E6C41C-7FD6-4527-B017-A64F365B0260}" dt="2025-03-27T14:10:29.509" v="126" actId="1076"/>
          <ac:spMkLst>
            <pc:docMk/>
            <pc:sldMk cId="0" sldId="257"/>
            <ac:spMk id="3" creationId="{00000000-0000-0000-0000-000000000000}"/>
          </ac:spMkLst>
        </pc:spChg>
        <pc:spChg chg="mod">
          <ac:chgData name="Shivansh Mathur" userId="5d29040443b93428" providerId="LiveId" clId="{27E6C41C-7FD6-4527-B017-A64F365B0260}" dt="2025-03-27T14:04:48.211" v="90" actId="1076"/>
          <ac:spMkLst>
            <pc:docMk/>
            <pc:sldMk cId="0" sldId="257"/>
            <ac:spMk id="4" creationId="{00000000-0000-0000-0000-000000000000}"/>
          </ac:spMkLst>
        </pc:spChg>
        <pc:spChg chg="mod">
          <ac:chgData name="Shivansh Mathur" userId="5d29040443b93428" providerId="LiveId" clId="{27E6C41C-7FD6-4527-B017-A64F365B0260}" dt="2025-03-27T14:04:53.348" v="91" actId="1076"/>
          <ac:spMkLst>
            <pc:docMk/>
            <pc:sldMk cId="0" sldId="257"/>
            <ac:spMk id="5" creationId="{00000000-0000-0000-0000-000000000000}"/>
          </ac:spMkLst>
        </pc:spChg>
        <pc:spChg chg="mod">
          <ac:chgData name="Shivansh Mathur" userId="5d29040443b93428" providerId="LiveId" clId="{27E6C41C-7FD6-4527-B017-A64F365B0260}" dt="2025-03-27T14:04:59.417" v="92" actId="1076"/>
          <ac:spMkLst>
            <pc:docMk/>
            <pc:sldMk cId="0" sldId="257"/>
            <ac:spMk id="6" creationId="{00000000-0000-0000-0000-000000000000}"/>
          </ac:spMkLst>
        </pc:spChg>
        <pc:spChg chg="mod">
          <ac:chgData name="Shivansh Mathur" userId="5d29040443b93428" providerId="LiveId" clId="{27E6C41C-7FD6-4527-B017-A64F365B0260}" dt="2025-03-27T14:05:12.401" v="96" actId="20577"/>
          <ac:spMkLst>
            <pc:docMk/>
            <pc:sldMk cId="0" sldId="257"/>
            <ac:spMk id="7" creationId="{00000000-0000-0000-0000-000000000000}"/>
          </ac:spMkLst>
        </pc:spChg>
        <pc:spChg chg="add mod">
          <ac:chgData name="Shivansh Mathur" userId="5d29040443b93428" providerId="LiveId" clId="{27E6C41C-7FD6-4527-B017-A64F365B0260}" dt="2025-03-27T12:37:14.408" v="25"/>
          <ac:spMkLst>
            <pc:docMk/>
            <pc:sldMk cId="0" sldId="257"/>
            <ac:spMk id="8" creationId="{2AEF3B0F-4C79-8D96-86FC-C2BCC186D922}"/>
          </ac:spMkLst>
        </pc:spChg>
        <pc:graphicFrameChg chg="add mod">
          <ac:chgData name="Shivansh Mathur" userId="5d29040443b93428" providerId="LiveId" clId="{27E6C41C-7FD6-4527-B017-A64F365B0260}" dt="2025-03-27T14:05:51.350" v="102"/>
          <ac:graphicFrameMkLst>
            <pc:docMk/>
            <pc:sldMk cId="0" sldId="257"/>
            <ac:graphicFrameMk id="11" creationId="{E132FB3C-7593-9D20-F543-00D7D399F967}"/>
          </ac:graphicFrameMkLst>
        </pc:graphicFrameChg>
      </pc:sldChg>
      <pc:sldChg chg="addSp modSp mod ord">
        <pc:chgData name="Shivansh Mathur" userId="5d29040443b93428" providerId="LiveId" clId="{27E6C41C-7FD6-4527-B017-A64F365B0260}" dt="2025-03-27T15:27:25.916" v="145" actId="20577"/>
        <pc:sldMkLst>
          <pc:docMk/>
          <pc:sldMk cId="0" sldId="258"/>
        </pc:sldMkLst>
        <pc:spChg chg="mod">
          <ac:chgData name="Shivansh Mathur" userId="5d29040443b93428" providerId="LiveId" clId="{27E6C41C-7FD6-4527-B017-A64F365B0260}" dt="2025-03-27T15:27:25.916" v="145" actId="20577"/>
          <ac:spMkLst>
            <pc:docMk/>
            <pc:sldMk cId="0" sldId="258"/>
            <ac:spMk id="3" creationId="{00000000-0000-0000-0000-000000000000}"/>
          </ac:spMkLst>
        </pc:spChg>
        <pc:spChg chg="mod">
          <ac:chgData name="Shivansh Mathur" userId="5d29040443b93428" providerId="LiveId" clId="{27E6C41C-7FD6-4527-B017-A64F365B0260}" dt="2025-03-27T12:37:51.638" v="28" actId="2711"/>
          <ac:spMkLst>
            <pc:docMk/>
            <pc:sldMk cId="0" sldId="258"/>
            <ac:spMk id="6" creationId="{00000000-0000-0000-0000-000000000000}"/>
          </ac:spMkLst>
        </pc:spChg>
        <pc:spChg chg="mod">
          <ac:chgData name="Shivansh Mathur" userId="5d29040443b93428" providerId="LiveId" clId="{27E6C41C-7FD6-4527-B017-A64F365B0260}" dt="2025-03-27T15:26:28.090" v="137"/>
          <ac:spMkLst>
            <pc:docMk/>
            <pc:sldMk cId="0" sldId="258"/>
            <ac:spMk id="7" creationId="{00000000-0000-0000-0000-000000000000}"/>
          </ac:spMkLst>
        </pc:spChg>
        <pc:spChg chg="mod">
          <ac:chgData name="Shivansh Mathur" userId="5d29040443b93428" providerId="LiveId" clId="{27E6C41C-7FD6-4527-B017-A64F365B0260}" dt="2025-03-27T12:37:51.638" v="28" actId="2711"/>
          <ac:spMkLst>
            <pc:docMk/>
            <pc:sldMk cId="0" sldId="258"/>
            <ac:spMk id="10" creationId="{00000000-0000-0000-0000-000000000000}"/>
          </ac:spMkLst>
        </pc:spChg>
        <pc:spChg chg="mod">
          <ac:chgData name="Shivansh Mathur" userId="5d29040443b93428" providerId="LiveId" clId="{27E6C41C-7FD6-4527-B017-A64F365B0260}" dt="2025-03-27T12:37:51.638" v="28" actId="2711"/>
          <ac:spMkLst>
            <pc:docMk/>
            <pc:sldMk cId="0" sldId="258"/>
            <ac:spMk id="14" creationId="{00000000-0000-0000-0000-000000000000}"/>
          </ac:spMkLst>
        </pc:spChg>
        <pc:spChg chg="add mod">
          <ac:chgData name="Shivansh Mathur" userId="5d29040443b93428" providerId="LiveId" clId="{27E6C41C-7FD6-4527-B017-A64F365B0260}" dt="2025-03-27T15:27:22.216" v="143" actId="255"/>
          <ac:spMkLst>
            <pc:docMk/>
            <pc:sldMk cId="0" sldId="258"/>
            <ac:spMk id="16" creationId="{B55F44F1-7946-DEF0-4809-3F041619BDFF}"/>
          </ac:spMkLst>
        </pc:spChg>
      </pc:sldChg>
      <pc:sldChg chg="modSp mod ord">
        <pc:chgData name="Shivansh Mathur" userId="5d29040443b93428" providerId="LiveId" clId="{27E6C41C-7FD6-4527-B017-A64F365B0260}" dt="2025-03-27T14:07:42.058" v="121" actId="1076"/>
        <pc:sldMkLst>
          <pc:docMk/>
          <pc:sldMk cId="0" sldId="259"/>
        </pc:sldMkLst>
        <pc:spChg chg="mod">
          <ac:chgData name="Shivansh Mathur" userId="5d29040443b93428" providerId="LiveId" clId="{27E6C41C-7FD6-4527-B017-A64F365B0260}" dt="2025-03-27T12:38:04.991" v="29" actId="2711"/>
          <ac:spMkLst>
            <pc:docMk/>
            <pc:sldMk cId="0" sldId="259"/>
            <ac:spMk id="3" creationId="{00000000-0000-0000-0000-000000000000}"/>
          </ac:spMkLst>
        </pc:spChg>
        <pc:spChg chg="mod">
          <ac:chgData name="Shivansh Mathur" userId="5d29040443b93428" providerId="LiveId" clId="{27E6C41C-7FD6-4527-B017-A64F365B0260}" dt="2025-03-27T12:38:04.991" v="29" actId="2711"/>
          <ac:spMkLst>
            <pc:docMk/>
            <pc:sldMk cId="0" sldId="259"/>
            <ac:spMk id="5" creationId="{00000000-0000-0000-0000-000000000000}"/>
          </ac:spMkLst>
        </pc:spChg>
        <pc:spChg chg="mod">
          <ac:chgData name="Shivansh Mathur" userId="5d29040443b93428" providerId="LiveId" clId="{27E6C41C-7FD6-4527-B017-A64F365B0260}" dt="2025-03-27T12:38:04.991" v="29" actId="2711"/>
          <ac:spMkLst>
            <pc:docMk/>
            <pc:sldMk cId="0" sldId="259"/>
            <ac:spMk id="8" creationId="{00000000-0000-0000-0000-000000000000}"/>
          </ac:spMkLst>
        </pc:spChg>
        <pc:spChg chg="mod">
          <ac:chgData name="Shivansh Mathur" userId="5d29040443b93428" providerId="LiveId" clId="{27E6C41C-7FD6-4527-B017-A64F365B0260}" dt="2025-03-27T12:38:04.991" v="29" actId="2711"/>
          <ac:spMkLst>
            <pc:docMk/>
            <pc:sldMk cId="0" sldId="259"/>
            <ac:spMk id="11" creationId="{00000000-0000-0000-0000-000000000000}"/>
          </ac:spMkLst>
        </pc:spChg>
        <pc:picChg chg="mod">
          <ac:chgData name="Shivansh Mathur" userId="5d29040443b93428" providerId="LiveId" clId="{27E6C41C-7FD6-4527-B017-A64F365B0260}" dt="2025-03-27T14:07:42.058" v="121" actId="1076"/>
          <ac:picMkLst>
            <pc:docMk/>
            <pc:sldMk cId="0" sldId="259"/>
            <ac:picMk id="4" creationId="{00000000-0000-0000-0000-000000000000}"/>
          </ac:picMkLst>
        </pc:picChg>
        <pc:picChg chg="mod">
          <ac:chgData name="Shivansh Mathur" userId="5d29040443b93428" providerId="LiveId" clId="{27E6C41C-7FD6-4527-B017-A64F365B0260}" dt="2025-03-27T14:07:39.743" v="120" actId="1076"/>
          <ac:picMkLst>
            <pc:docMk/>
            <pc:sldMk cId="0" sldId="259"/>
            <ac:picMk id="7" creationId="{00000000-0000-0000-0000-000000000000}"/>
          </ac:picMkLst>
        </pc:picChg>
        <pc:picChg chg="mod">
          <ac:chgData name="Shivansh Mathur" userId="5d29040443b93428" providerId="LiveId" clId="{27E6C41C-7FD6-4527-B017-A64F365B0260}" dt="2025-03-27T14:07:37.385" v="119" actId="1076"/>
          <ac:picMkLst>
            <pc:docMk/>
            <pc:sldMk cId="0" sldId="259"/>
            <ac:picMk id="10" creationId="{00000000-0000-0000-0000-000000000000}"/>
          </ac:picMkLst>
        </pc:picChg>
      </pc:sldChg>
      <pc:sldChg chg="addSp modSp mod ord">
        <pc:chgData name="Shivansh Mathur" userId="5d29040443b93428" providerId="LiveId" clId="{27E6C41C-7FD6-4527-B017-A64F365B0260}" dt="2025-03-27T14:07:14.001" v="112"/>
        <pc:sldMkLst>
          <pc:docMk/>
          <pc:sldMk cId="0" sldId="260"/>
        </pc:sldMkLst>
        <pc:spChg chg="mod">
          <ac:chgData name="Shivansh Mathur" userId="5d29040443b93428" providerId="LiveId" clId="{27E6C41C-7FD6-4527-B017-A64F365B0260}" dt="2025-03-27T12:38:15.965" v="30" actId="2711"/>
          <ac:spMkLst>
            <pc:docMk/>
            <pc:sldMk cId="0" sldId="260"/>
            <ac:spMk id="3" creationId="{00000000-0000-0000-0000-000000000000}"/>
          </ac:spMkLst>
        </pc:spChg>
        <pc:spChg chg="mod">
          <ac:chgData name="Shivansh Mathur" userId="5d29040443b93428" providerId="LiveId" clId="{27E6C41C-7FD6-4527-B017-A64F365B0260}" dt="2025-03-27T12:38:15.965" v="30" actId="2711"/>
          <ac:spMkLst>
            <pc:docMk/>
            <pc:sldMk cId="0" sldId="260"/>
            <ac:spMk id="5" creationId="{00000000-0000-0000-0000-000000000000}"/>
          </ac:spMkLst>
        </pc:spChg>
        <pc:spChg chg="mod">
          <ac:chgData name="Shivansh Mathur" userId="5d29040443b93428" providerId="LiveId" clId="{27E6C41C-7FD6-4527-B017-A64F365B0260}" dt="2025-03-27T12:38:15.965" v="30" actId="2711"/>
          <ac:spMkLst>
            <pc:docMk/>
            <pc:sldMk cId="0" sldId="260"/>
            <ac:spMk id="8" creationId="{00000000-0000-0000-0000-000000000000}"/>
          </ac:spMkLst>
        </pc:spChg>
        <pc:spChg chg="mod">
          <ac:chgData name="Shivansh Mathur" userId="5d29040443b93428" providerId="LiveId" clId="{27E6C41C-7FD6-4527-B017-A64F365B0260}" dt="2025-03-27T12:38:15.965" v="30" actId="2711"/>
          <ac:spMkLst>
            <pc:docMk/>
            <pc:sldMk cId="0" sldId="260"/>
            <ac:spMk id="11" creationId="{00000000-0000-0000-0000-000000000000}"/>
          </ac:spMkLst>
        </pc:spChg>
        <pc:spChg chg="mod">
          <ac:chgData name="Shivansh Mathur" userId="5d29040443b93428" providerId="LiveId" clId="{27E6C41C-7FD6-4527-B017-A64F365B0260}" dt="2025-03-27T12:38:15.965" v="30" actId="2711"/>
          <ac:spMkLst>
            <pc:docMk/>
            <pc:sldMk cId="0" sldId="260"/>
            <ac:spMk id="14" creationId="{00000000-0000-0000-0000-000000000000}"/>
          </ac:spMkLst>
        </pc:spChg>
        <pc:spChg chg="add mod">
          <ac:chgData name="Shivansh Mathur" userId="5d29040443b93428" providerId="LiveId" clId="{27E6C41C-7FD6-4527-B017-A64F365B0260}" dt="2025-03-27T12:37:07.660" v="24"/>
          <ac:spMkLst>
            <pc:docMk/>
            <pc:sldMk cId="0" sldId="260"/>
            <ac:spMk id="16" creationId="{21FF281C-19AB-ED2D-4F58-CD26C0E73CF2}"/>
          </ac:spMkLst>
        </pc:spChg>
      </pc:sldChg>
      <pc:sldChg chg="modSp mod ord">
        <pc:chgData name="Shivansh Mathur" userId="5d29040443b93428" providerId="LiveId" clId="{27E6C41C-7FD6-4527-B017-A64F365B0260}" dt="2025-03-27T14:07:17.190" v="114"/>
        <pc:sldMkLst>
          <pc:docMk/>
          <pc:sldMk cId="0" sldId="261"/>
        </pc:sldMkLst>
        <pc:spChg chg="mod">
          <ac:chgData name="Shivansh Mathur" userId="5d29040443b93428" providerId="LiveId" clId="{27E6C41C-7FD6-4527-B017-A64F365B0260}" dt="2025-03-27T12:38:25.221" v="31" actId="2711"/>
          <ac:spMkLst>
            <pc:docMk/>
            <pc:sldMk cId="0" sldId="261"/>
            <ac:spMk id="3" creationId="{00000000-0000-0000-0000-000000000000}"/>
          </ac:spMkLst>
        </pc:spChg>
        <pc:spChg chg="mod">
          <ac:chgData name="Shivansh Mathur" userId="5d29040443b93428" providerId="LiveId" clId="{27E6C41C-7FD6-4527-B017-A64F365B0260}" dt="2025-03-27T12:38:25.221" v="31" actId="2711"/>
          <ac:spMkLst>
            <pc:docMk/>
            <pc:sldMk cId="0" sldId="261"/>
            <ac:spMk id="5" creationId="{00000000-0000-0000-0000-000000000000}"/>
          </ac:spMkLst>
        </pc:spChg>
        <pc:spChg chg="mod">
          <ac:chgData name="Shivansh Mathur" userId="5d29040443b93428" providerId="LiveId" clId="{27E6C41C-7FD6-4527-B017-A64F365B0260}" dt="2025-03-27T12:38:25.221" v="31" actId="2711"/>
          <ac:spMkLst>
            <pc:docMk/>
            <pc:sldMk cId="0" sldId="261"/>
            <ac:spMk id="8" creationId="{00000000-0000-0000-0000-000000000000}"/>
          </ac:spMkLst>
        </pc:spChg>
        <pc:spChg chg="mod">
          <ac:chgData name="Shivansh Mathur" userId="5d29040443b93428" providerId="LiveId" clId="{27E6C41C-7FD6-4527-B017-A64F365B0260}" dt="2025-03-27T12:38:48.669" v="51" actId="20577"/>
          <ac:spMkLst>
            <pc:docMk/>
            <pc:sldMk cId="0" sldId="261"/>
            <ac:spMk id="11" creationId="{00000000-0000-0000-0000-000000000000}"/>
          </ac:spMkLst>
        </pc:spChg>
        <pc:spChg chg="mod">
          <ac:chgData name="Shivansh Mathur" userId="5d29040443b93428" providerId="LiveId" clId="{27E6C41C-7FD6-4527-B017-A64F365B0260}" dt="2025-03-27T12:38:25.221" v="31" actId="2711"/>
          <ac:spMkLst>
            <pc:docMk/>
            <pc:sldMk cId="0" sldId="261"/>
            <ac:spMk id="14" creationId="{00000000-0000-0000-0000-000000000000}"/>
          </ac:spMkLst>
        </pc:spChg>
      </pc:sldChg>
      <pc:sldChg chg="addSp modSp mod">
        <pc:chgData name="Shivansh Mathur" userId="5d29040443b93428" providerId="LiveId" clId="{27E6C41C-7FD6-4527-B017-A64F365B0260}" dt="2025-03-27T12:36:58.289" v="23" actId="2085"/>
        <pc:sldMkLst>
          <pc:docMk/>
          <pc:sldMk cId="0" sldId="262"/>
        </pc:sldMkLst>
        <pc:spChg chg="mod">
          <ac:chgData name="Shivansh Mathur" userId="5d29040443b93428" providerId="LiveId" clId="{27E6C41C-7FD6-4527-B017-A64F365B0260}" dt="2025-03-27T12:36:19.998" v="19" actId="2711"/>
          <ac:spMkLst>
            <pc:docMk/>
            <pc:sldMk cId="0" sldId="262"/>
            <ac:spMk id="2" creationId="{00000000-0000-0000-0000-000000000000}"/>
          </ac:spMkLst>
        </pc:spChg>
        <pc:spChg chg="mod">
          <ac:chgData name="Shivansh Mathur" userId="5d29040443b93428" providerId="LiveId" clId="{27E6C41C-7FD6-4527-B017-A64F365B0260}" dt="2025-03-27T12:36:29.150" v="20" actId="2711"/>
          <ac:spMkLst>
            <pc:docMk/>
            <pc:sldMk cId="0" sldId="262"/>
            <ac:spMk id="3" creationId="{00000000-0000-0000-0000-000000000000}"/>
          </ac:spMkLst>
        </pc:spChg>
        <pc:spChg chg="mod">
          <ac:chgData name="Shivansh Mathur" userId="5d29040443b93428" providerId="LiveId" clId="{27E6C41C-7FD6-4527-B017-A64F365B0260}" dt="2025-03-27T12:36:29.150" v="20" actId="2711"/>
          <ac:spMkLst>
            <pc:docMk/>
            <pc:sldMk cId="0" sldId="262"/>
            <ac:spMk id="5" creationId="{00000000-0000-0000-0000-000000000000}"/>
          </ac:spMkLst>
        </pc:spChg>
        <pc:spChg chg="add mod">
          <ac:chgData name="Shivansh Mathur" userId="5d29040443b93428" providerId="LiveId" clId="{27E6C41C-7FD6-4527-B017-A64F365B0260}" dt="2025-03-27T12:36:58.289" v="23" actId="2085"/>
          <ac:spMkLst>
            <pc:docMk/>
            <pc:sldMk cId="0" sldId="262"/>
            <ac:spMk id="7" creationId="{83216A77-9C14-278F-AD75-85785C96777F}"/>
          </ac:spMkLst>
        </pc:spChg>
      </pc:sldChg>
      <pc:sldChg chg="addSp delSp modSp mod">
        <pc:chgData name="Shivansh Mathur" userId="5d29040443b93428" providerId="LiveId" clId="{27E6C41C-7FD6-4527-B017-A64F365B0260}" dt="2025-03-27T12:36:13.434" v="18" actId="1076"/>
        <pc:sldMkLst>
          <pc:docMk/>
          <pc:sldMk cId="0" sldId="263"/>
        </pc:sldMkLst>
        <pc:spChg chg="mod">
          <ac:chgData name="Shivansh Mathur" userId="5d29040443b93428" providerId="LiveId" clId="{27E6C41C-7FD6-4527-B017-A64F365B0260}" dt="2025-03-27T12:36:10.548" v="17" actId="1076"/>
          <ac:spMkLst>
            <pc:docMk/>
            <pc:sldMk cId="0" sldId="263"/>
            <ac:spMk id="3" creationId="{00000000-0000-0000-0000-000000000000}"/>
          </ac:spMkLst>
        </pc:spChg>
        <pc:spChg chg="mod">
          <ac:chgData name="Shivansh Mathur" userId="5d29040443b93428" providerId="LiveId" clId="{27E6C41C-7FD6-4527-B017-A64F365B0260}" dt="2025-03-27T12:36:13.434" v="18" actId="1076"/>
          <ac:spMkLst>
            <pc:docMk/>
            <pc:sldMk cId="0" sldId="263"/>
            <ac:spMk id="4" creationId="{00000000-0000-0000-0000-000000000000}"/>
          </ac:spMkLst>
        </pc:spChg>
        <pc:picChg chg="del mod">
          <ac:chgData name="Shivansh Mathur" userId="5d29040443b93428" providerId="LiveId" clId="{27E6C41C-7FD6-4527-B017-A64F365B0260}" dt="2025-03-27T12:34:16.025" v="3" actId="478"/>
          <ac:picMkLst>
            <pc:docMk/>
            <pc:sldMk cId="0" sldId="263"/>
            <ac:picMk id="2" creationId="{00000000-0000-0000-0000-000000000000}"/>
          </ac:picMkLst>
        </pc:picChg>
        <pc:picChg chg="add mod">
          <ac:chgData name="Shivansh Mathur" userId="5d29040443b93428" providerId="LiveId" clId="{27E6C41C-7FD6-4527-B017-A64F365B0260}" dt="2025-03-27T12:36:01.246" v="16" actId="14100"/>
          <ac:picMkLst>
            <pc:docMk/>
            <pc:sldMk cId="0" sldId="263"/>
            <ac:picMk id="6" creationId="{CC32FF75-6FEC-6EDB-136C-DEC388D59C6D}"/>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Survey Results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F25-4B42-A3F9-1EDD90327D9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8A5-4C35-868B-62BDB2E6C618}"/>
              </c:ext>
            </c:extLst>
          </c:dPt>
          <c:cat>
            <c:strRef>
              <c:f>Sheet1!$A$2:$A$3</c:f>
              <c:strCache>
                <c:ptCount val="2"/>
                <c:pt idx="0">
                  <c:v>People who fear data unauthorised data access </c:v>
                </c:pt>
                <c:pt idx="1">
                  <c:v>People who actually read the policy</c:v>
                </c:pt>
              </c:strCache>
            </c:strRef>
          </c:cat>
          <c:val>
            <c:numRef>
              <c:f>Sheet1!$B$2:$B$3</c:f>
              <c:numCache>
                <c:formatCode>General</c:formatCode>
                <c:ptCount val="2"/>
                <c:pt idx="0">
                  <c:v>85</c:v>
                </c:pt>
                <c:pt idx="1">
                  <c:v>11</c:v>
                </c:pt>
              </c:numCache>
            </c:numRef>
          </c:val>
          <c:extLst>
            <c:ext xmlns:c16="http://schemas.microsoft.com/office/drawing/2014/chart" uri="{C3380CC4-5D6E-409C-BE32-E72D297353CC}">
              <c16:uniqueId val="{00000000-8F25-4B42-A3F9-1EDD90327D99}"/>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2.0056874502874137E-2"/>
          <c:y val="0.86699799447028747"/>
          <c:w val="0.91192207791156765"/>
          <c:h val="0.133002005529712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82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economictimes.indiatimes.com/small-biz/policy-trends/60-online-users-fear-unauthorised-data-collection-only-11-users-read-privacy-policies-survey/articleshow/68355981.cms?from=mdr"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286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Privofy: Privacy Decoded, Risks Revealed</a:t>
            </a:r>
            <a:endParaRPr lang="en-US" sz="4450" dirty="0">
              <a:latin typeface="Cooper Black" panose="0208090404030B020404" pitchFamily="18" charset="0"/>
            </a:endParaRPr>
          </a:p>
        </p:txBody>
      </p:sp>
      <p:sp>
        <p:nvSpPr>
          <p:cNvPr id="4" name="Text 1"/>
          <p:cNvSpPr/>
          <p:nvPr/>
        </p:nvSpPr>
        <p:spPr>
          <a:xfrm>
            <a:off x="793790" y="408634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Privofy is designed to decode complex privacy policies and reveal potential risks associated with online services. Many users don't read or understand these policies, leading to exploitation of their data. Privofy aims to bridge this gap by providing easy-to-understand insights and safety scores for privacy policies, empowering users to make informed decisions about their data.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5132" y="559432"/>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The Problem: Data Exploitation and Lack of Understanding</a:t>
            </a:r>
            <a:endParaRPr lang="en-US" sz="4450" dirty="0">
              <a:latin typeface="Cooper Black" panose="0208090404030B020404" pitchFamily="18" charset="0"/>
            </a:endParaRPr>
          </a:p>
        </p:txBody>
      </p:sp>
      <p:sp>
        <p:nvSpPr>
          <p:cNvPr id="3" name="Text 1"/>
          <p:cNvSpPr/>
          <p:nvPr/>
        </p:nvSpPr>
        <p:spPr>
          <a:xfrm>
            <a:off x="725778" y="23155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Cooper Black" panose="0208090404030B020404" pitchFamily="18" charset="0"/>
                <a:ea typeface="MuseoModerno Medium" pitchFamily="34" charset="-122"/>
                <a:cs typeface="MuseoModerno Medium" pitchFamily="34" charset="-120"/>
              </a:rPr>
              <a:t>Exploitation</a:t>
            </a:r>
            <a:endParaRPr lang="en-US" sz="2200" dirty="0">
              <a:latin typeface="Cooper Black" panose="0208090404030B020404" pitchFamily="18" charset="0"/>
            </a:endParaRPr>
          </a:p>
        </p:txBody>
      </p:sp>
      <p:sp>
        <p:nvSpPr>
          <p:cNvPr id="4" name="Text 2"/>
          <p:cNvSpPr/>
          <p:nvPr/>
        </p:nvSpPr>
        <p:spPr>
          <a:xfrm>
            <a:off x="600482" y="2793563"/>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Companies exploit user data due to users approving privacy policies without understanding them, leading to data leaks and spam calls.</a:t>
            </a:r>
            <a:endParaRPr lang="en-US" sz="1750" dirty="0"/>
          </a:p>
        </p:txBody>
      </p:sp>
      <p:sp>
        <p:nvSpPr>
          <p:cNvPr id="5" name="Text 3"/>
          <p:cNvSpPr/>
          <p:nvPr/>
        </p:nvSpPr>
        <p:spPr>
          <a:xfrm>
            <a:off x="600482" y="4010536"/>
            <a:ext cx="3160990"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Cooper Black" panose="0208090404030B020404" pitchFamily="18" charset="0"/>
                <a:ea typeface="MuseoModerno Medium" pitchFamily="34" charset="-122"/>
                <a:cs typeface="MuseoModerno Medium" pitchFamily="34" charset="-120"/>
              </a:rPr>
              <a:t>Fear vs. Understanding</a:t>
            </a:r>
            <a:endParaRPr lang="en-US" sz="2200" dirty="0">
              <a:latin typeface="Cooper Black" panose="0208090404030B020404" pitchFamily="18" charset="0"/>
            </a:endParaRPr>
          </a:p>
        </p:txBody>
      </p:sp>
      <p:sp>
        <p:nvSpPr>
          <p:cNvPr id="6" name="Text 4"/>
          <p:cNvSpPr/>
          <p:nvPr/>
        </p:nvSpPr>
        <p:spPr>
          <a:xfrm>
            <a:off x="600481" y="4493131"/>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60% of Indian adults and 85% of adults worldwide fear unauthorized data access, yet only 11% understand privacy policies.</a:t>
            </a:r>
            <a:endParaRPr lang="en-US" sz="1750" dirty="0"/>
          </a:p>
        </p:txBody>
      </p:sp>
      <p:sp>
        <p:nvSpPr>
          <p:cNvPr id="7" name="Text 5"/>
          <p:cNvSpPr/>
          <p:nvPr/>
        </p:nvSpPr>
        <p:spPr>
          <a:xfrm>
            <a:off x="600482" y="5919787"/>
            <a:ext cx="6244709" cy="1814513"/>
          </a:xfrm>
          <a:prstGeom prst="rect">
            <a:avLst/>
          </a:prstGeom>
          <a:noFill/>
          <a:ln/>
        </p:spPr>
        <p:txBody>
          <a:bodyPr wrap="square" lIns="0" tIns="0" rIns="0" bIns="0" rtlCol="0" anchor="t"/>
          <a:lstStyle/>
          <a:p>
            <a:pPr marL="0" indent="0" algn="l">
              <a:lnSpc>
                <a:spcPts val="2850"/>
              </a:lnSpc>
              <a:buNone/>
            </a:pPr>
            <a:r>
              <a:rPr lang="en-US" sz="1750" u="sng" dirty="0">
                <a:solidFill>
                  <a:srgbClr val="325F7B"/>
                </a:solidFill>
                <a:latin typeface="Source Sans Pro" pitchFamily="34" charset="0"/>
                <a:ea typeface="Source Sans Pro" pitchFamily="34" charset="-122"/>
                <a:cs typeface="Source Sans Pro" pitchFamily="34" charset="-120"/>
                <a:hlinkClick r:id="rId3">
                  <a:extLst>
                    <a:ext uri="{A12FA001-AC4F-418D-AE19-62706E023703}">
                      <ahyp:hlinkClr xmlns:ahyp="http://schemas.microsoft.com/office/drawing/2018/hyperlinkcolor" val="tx"/>
                    </a:ext>
                  </a:extLst>
                </a:hlinkClick>
              </a:rPr>
              <a:t>https://economictimes.indiatimes.com/small-biz/policy-trends/60-online-users-fear-unauthorised-data-collection-only-11-users-read-privacy-policies-survey/articleshow/68355981.cms?from=mdr</a:t>
            </a:r>
            <a:endParaRPr lang="en-US" sz="1750" u="sng" dirty="0">
              <a:solidFill>
                <a:srgbClr val="325F7B"/>
              </a:solidFill>
              <a:latin typeface="Source Sans Pro" pitchFamily="34" charset="0"/>
              <a:ea typeface="Source Sans Pro" pitchFamily="34" charset="-122"/>
              <a:cs typeface="Source Sans Pro" pitchFamily="34" charset="-120"/>
            </a:endParaRPr>
          </a:p>
          <a:p>
            <a:pPr marL="0" indent="0" algn="l">
              <a:lnSpc>
                <a:spcPts val="2850"/>
              </a:lnSpc>
              <a:buNone/>
            </a:pPr>
            <a:endParaRPr lang="en-US" sz="1750" u="sng" dirty="0">
              <a:solidFill>
                <a:srgbClr val="325F7B"/>
              </a:solidFill>
              <a:latin typeface="Source Sans Pro" pitchFamily="34" charset="0"/>
              <a:ea typeface="Source Sans Pro" pitchFamily="34" charset="-122"/>
              <a:cs typeface="Source Sans Pro" pitchFamily="34" charset="-120"/>
            </a:endParaRPr>
          </a:p>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https://explodingtopics.com/blog/data-privacy-stats</a:t>
            </a:r>
            <a:endParaRPr lang="en-US" sz="1750" dirty="0"/>
          </a:p>
        </p:txBody>
      </p:sp>
      <p:sp>
        <p:nvSpPr>
          <p:cNvPr id="8" name="Rectangle 7">
            <a:extLst>
              <a:ext uri="{FF2B5EF4-FFF2-40B4-BE49-F238E27FC236}">
                <a16:creationId xmlns:a16="http://schemas.microsoft.com/office/drawing/2014/main" id="{2AEF3B0F-4C79-8D96-86FC-C2BCC186D922}"/>
              </a:ext>
            </a:extLst>
          </p:cNvPr>
          <p:cNvSpPr/>
          <p:nvPr/>
        </p:nvSpPr>
        <p:spPr>
          <a:xfrm>
            <a:off x="12372975" y="7239000"/>
            <a:ext cx="2257425" cy="990600"/>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Chart 10">
            <a:extLst>
              <a:ext uri="{FF2B5EF4-FFF2-40B4-BE49-F238E27FC236}">
                <a16:creationId xmlns:a16="http://schemas.microsoft.com/office/drawing/2014/main" id="{E132FB3C-7593-9D20-F543-00D7D399F967}"/>
              </a:ext>
            </a:extLst>
          </p:cNvPr>
          <p:cNvGraphicFramePr/>
          <p:nvPr>
            <p:extLst>
              <p:ext uri="{D42A27DB-BD31-4B8C-83A1-F6EECF244321}">
                <p14:modId xmlns:p14="http://schemas.microsoft.com/office/powerpoint/2010/main" val="1778827238"/>
              </p:ext>
            </p:extLst>
          </p:nvPr>
        </p:nvGraphicFramePr>
        <p:xfrm>
          <a:off x="6845190" y="1721227"/>
          <a:ext cx="7413867" cy="5773537"/>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27065"/>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Privofy's Solution: AI-Powered Privacy Policy Analyzer</a:t>
            </a:r>
            <a:endParaRPr lang="en-US" sz="4450" dirty="0">
              <a:latin typeface="Cooper Black" panose="0208090404030B020404" pitchFamily="18" charset="0"/>
            </a:endParaRPr>
          </a:p>
        </p:txBody>
      </p:sp>
      <p:sp>
        <p:nvSpPr>
          <p:cNvPr id="4" name="Shape 1"/>
          <p:cNvSpPr/>
          <p:nvPr/>
        </p:nvSpPr>
        <p:spPr>
          <a:xfrm>
            <a:off x="793790" y="3655457"/>
            <a:ext cx="510302" cy="510302"/>
          </a:xfrm>
          <a:prstGeom prst="roundRect">
            <a:avLst>
              <a:gd name="adj" fmla="val 6667"/>
            </a:avLst>
          </a:prstGeom>
          <a:solidFill>
            <a:srgbClr val="F3EEE3"/>
          </a:solidFill>
          <a:ln/>
        </p:spPr>
      </p:sp>
      <p:pic>
        <p:nvPicPr>
          <p:cNvPr id="5" name="Image 1" descr="preencoded.png"/>
          <p:cNvPicPr>
            <a:picLocks noChangeAspect="1"/>
          </p:cNvPicPr>
          <p:nvPr/>
        </p:nvPicPr>
        <p:blipFill>
          <a:blip r:embed="rId4"/>
          <a:stretch>
            <a:fillRect/>
          </a:stretch>
        </p:blipFill>
        <p:spPr>
          <a:xfrm>
            <a:off x="878860" y="3697962"/>
            <a:ext cx="340162" cy="425291"/>
          </a:xfrm>
          <a:prstGeom prst="rect">
            <a:avLst/>
          </a:prstGeom>
        </p:spPr>
      </p:pic>
      <p:sp>
        <p:nvSpPr>
          <p:cNvPr id="6" name="Text 2"/>
          <p:cNvSpPr/>
          <p:nvPr/>
        </p:nvSpPr>
        <p:spPr>
          <a:xfrm>
            <a:off x="1530906" y="36554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Cooper Black" panose="0208090404030B020404" pitchFamily="18" charset="0"/>
                <a:ea typeface="MuseoModerno Medium" pitchFamily="34" charset="-122"/>
                <a:cs typeface="MuseoModerno Medium" pitchFamily="34" charset="-120"/>
              </a:rPr>
              <a:t>Upload or Search</a:t>
            </a:r>
            <a:endParaRPr lang="en-US" sz="2200" dirty="0">
              <a:latin typeface="Cooper Black" panose="0208090404030B020404" pitchFamily="18" charset="0"/>
            </a:endParaRPr>
          </a:p>
        </p:txBody>
      </p:sp>
      <p:sp>
        <p:nvSpPr>
          <p:cNvPr id="7" name="Text 3"/>
          <p:cNvSpPr/>
          <p:nvPr/>
        </p:nvSpPr>
        <p:spPr>
          <a:xfrm>
            <a:off x="1530906" y="4145875"/>
            <a:ext cx="2927747"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Users can upload or search company privacy policies on the website.</a:t>
            </a:r>
            <a:endParaRPr lang="en-US" sz="1750" dirty="0"/>
          </a:p>
        </p:txBody>
      </p:sp>
      <p:sp>
        <p:nvSpPr>
          <p:cNvPr id="8" name="Shape 4"/>
          <p:cNvSpPr/>
          <p:nvPr/>
        </p:nvSpPr>
        <p:spPr>
          <a:xfrm>
            <a:off x="4685467" y="3655457"/>
            <a:ext cx="510302" cy="510302"/>
          </a:xfrm>
          <a:prstGeom prst="roundRect">
            <a:avLst>
              <a:gd name="adj" fmla="val 6667"/>
            </a:avLst>
          </a:prstGeom>
          <a:solidFill>
            <a:srgbClr val="F3EEE3"/>
          </a:solidFill>
          <a:ln/>
        </p:spPr>
      </p:sp>
      <p:pic>
        <p:nvPicPr>
          <p:cNvPr id="9" name="Image 2" descr="preencoded.png"/>
          <p:cNvPicPr>
            <a:picLocks noChangeAspect="1"/>
          </p:cNvPicPr>
          <p:nvPr/>
        </p:nvPicPr>
        <p:blipFill>
          <a:blip r:embed="rId5"/>
          <a:stretch>
            <a:fillRect/>
          </a:stretch>
        </p:blipFill>
        <p:spPr>
          <a:xfrm>
            <a:off x="4770537" y="3697962"/>
            <a:ext cx="340162" cy="425291"/>
          </a:xfrm>
          <a:prstGeom prst="rect">
            <a:avLst/>
          </a:prstGeom>
        </p:spPr>
      </p:pic>
      <p:sp>
        <p:nvSpPr>
          <p:cNvPr id="10" name="Text 5"/>
          <p:cNvSpPr/>
          <p:nvPr/>
        </p:nvSpPr>
        <p:spPr>
          <a:xfrm>
            <a:off x="5422583" y="36554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Cooper Black" panose="0208090404030B020404" pitchFamily="18" charset="0"/>
                <a:ea typeface="MuseoModerno Medium" pitchFamily="34" charset="-122"/>
                <a:cs typeface="MuseoModerno Medium" pitchFamily="34" charset="-120"/>
              </a:rPr>
              <a:t>AI Analysis</a:t>
            </a:r>
            <a:endParaRPr lang="en-US" sz="2200" dirty="0">
              <a:latin typeface="Cooper Black" panose="0208090404030B020404" pitchFamily="18" charset="0"/>
            </a:endParaRPr>
          </a:p>
        </p:txBody>
      </p:sp>
      <p:sp>
        <p:nvSpPr>
          <p:cNvPr id="11" name="Text 6"/>
          <p:cNvSpPr/>
          <p:nvPr/>
        </p:nvSpPr>
        <p:spPr>
          <a:xfrm>
            <a:off x="5422583" y="4145875"/>
            <a:ext cx="2927747" cy="1451610"/>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An AI model analyzes the policy, providing a layman's explanation, legal concerns, and a safety score.</a:t>
            </a:r>
            <a:endParaRPr lang="en-US" sz="1750" dirty="0"/>
          </a:p>
        </p:txBody>
      </p:sp>
      <p:sp>
        <p:nvSpPr>
          <p:cNvPr id="12" name="Shape 7"/>
          <p:cNvSpPr/>
          <p:nvPr/>
        </p:nvSpPr>
        <p:spPr>
          <a:xfrm>
            <a:off x="793790" y="6079450"/>
            <a:ext cx="510302" cy="510302"/>
          </a:xfrm>
          <a:prstGeom prst="roundRect">
            <a:avLst>
              <a:gd name="adj" fmla="val 6667"/>
            </a:avLst>
          </a:prstGeom>
          <a:solidFill>
            <a:srgbClr val="F3EEE3"/>
          </a:solidFill>
          <a:ln/>
        </p:spPr>
      </p:sp>
      <p:pic>
        <p:nvPicPr>
          <p:cNvPr id="13" name="Image 3" descr="preencoded.png"/>
          <p:cNvPicPr>
            <a:picLocks noChangeAspect="1"/>
          </p:cNvPicPr>
          <p:nvPr/>
        </p:nvPicPr>
        <p:blipFill>
          <a:blip r:embed="rId6"/>
          <a:stretch>
            <a:fillRect/>
          </a:stretch>
        </p:blipFill>
        <p:spPr>
          <a:xfrm>
            <a:off x="878860" y="6121956"/>
            <a:ext cx="340162" cy="425291"/>
          </a:xfrm>
          <a:prstGeom prst="rect">
            <a:avLst/>
          </a:prstGeom>
        </p:spPr>
      </p:pic>
      <p:sp>
        <p:nvSpPr>
          <p:cNvPr id="14" name="Text 8"/>
          <p:cNvSpPr/>
          <p:nvPr/>
        </p:nvSpPr>
        <p:spPr>
          <a:xfrm>
            <a:off x="1530906" y="60794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Cooper Black" panose="0208090404030B020404" pitchFamily="18" charset="0"/>
                <a:ea typeface="MuseoModerno Medium" pitchFamily="34" charset="-122"/>
                <a:cs typeface="MuseoModerno Medium" pitchFamily="34" charset="-120"/>
              </a:rPr>
              <a:t>Translation &amp; Audio</a:t>
            </a:r>
            <a:endParaRPr lang="en-US" sz="2200" dirty="0">
              <a:latin typeface="Cooper Black" panose="0208090404030B020404" pitchFamily="18" charset="0"/>
            </a:endParaRPr>
          </a:p>
        </p:txBody>
      </p:sp>
      <p:sp>
        <p:nvSpPr>
          <p:cNvPr id="15" name="Text 9"/>
          <p:cNvSpPr/>
          <p:nvPr/>
        </p:nvSpPr>
        <p:spPr>
          <a:xfrm>
            <a:off x="1530906" y="6569869"/>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Insights can be translated and listened to in the user's preferred language.</a:t>
            </a:r>
            <a:endParaRPr lang="en-US" sz="1750" dirty="0"/>
          </a:p>
        </p:txBody>
      </p:sp>
      <p:sp>
        <p:nvSpPr>
          <p:cNvPr id="16" name="TextBox 15">
            <a:extLst>
              <a:ext uri="{FF2B5EF4-FFF2-40B4-BE49-F238E27FC236}">
                <a16:creationId xmlns:a16="http://schemas.microsoft.com/office/drawing/2014/main" id="{B55F44F1-7946-DEF0-4809-3F041619BDFF}"/>
              </a:ext>
            </a:extLst>
          </p:cNvPr>
          <p:cNvSpPr txBox="1"/>
          <p:nvPr/>
        </p:nvSpPr>
        <p:spPr>
          <a:xfrm>
            <a:off x="1127165" y="2574429"/>
            <a:ext cx="5486400" cy="369332"/>
          </a:xfrm>
          <a:prstGeom prst="rect">
            <a:avLst/>
          </a:prstGeom>
          <a:noFill/>
        </p:spPr>
        <p:txBody>
          <a:bodyPr wrap="square" rtlCol="0">
            <a:spAutoFit/>
          </a:bodyPr>
          <a:lstStyle/>
          <a:p>
            <a:r>
              <a:rPr lang="en-US" b="0" i="0" dirty="0">
                <a:solidFill>
                  <a:srgbClr val="303030"/>
                </a:solidFill>
                <a:effectLst/>
              </a:rPr>
              <a:t>The site is </a:t>
            </a:r>
            <a:r>
              <a:rPr lang="en-US" b="0" i="0" dirty="0">
                <a:solidFill>
                  <a:srgbClr val="303030"/>
                </a:solidFill>
                <a:effectLst/>
                <a:latin typeface="Source Sans Pro" panose="020B0503030403020204" pitchFamily="34" charset="0"/>
                <a:ea typeface="Source Sans Pro" panose="020B0503030403020204" pitchFamily="34" charset="0"/>
              </a:rPr>
              <a:t>hosted</a:t>
            </a:r>
            <a:r>
              <a:rPr lang="en-US" b="0" i="0" dirty="0">
                <a:solidFill>
                  <a:srgbClr val="303030"/>
                </a:solidFill>
                <a:effectLst/>
              </a:rPr>
              <a:t> </a:t>
            </a:r>
            <a:r>
              <a:rPr lang="en-US" sz="1750" b="0" i="0" dirty="0">
                <a:solidFill>
                  <a:srgbClr val="303030"/>
                </a:solidFill>
                <a:effectLst/>
              </a:rPr>
              <a:t>at</a:t>
            </a:r>
            <a:r>
              <a:rPr lang="en-US" b="0" i="0" dirty="0">
                <a:solidFill>
                  <a:srgbClr val="303030"/>
                </a:solidFill>
                <a:effectLst/>
              </a:rPr>
              <a:t>: https://privofy.netlify.app</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05514"/>
          </a:xfrm>
          <a:prstGeom prst="rect">
            <a:avLst/>
          </a:prstGeom>
        </p:spPr>
      </p:pic>
      <p:sp>
        <p:nvSpPr>
          <p:cNvPr id="3" name="Text 0"/>
          <p:cNvSpPr/>
          <p:nvPr/>
        </p:nvSpPr>
        <p:spPr>
          <a:xfrm>
            <a:off x="617458" y="2692360"/>
            <a:ext cx="7935992" cy="551378"/>
          </a:xfrm>
          <a:prstGeom prst="rect">
            <a:avLst/>
          </a:prstGeom>
          <a:noFill/>
          <a:ln/>
        </p:spPr>
        <p:txBody>
          <a:bodyPr wrap="none" lIns="0" tIns="0" rIns="0" bIns="0" rtlCol="0" anchor="t"/>
          <a:lstStyle/>
          <a:p>
            <a:pPr marL="0" indent="0" algn="l">
              <a:lnSpc>
                <a:spcPts val="4300"/>
              </a:lnSpc>
              <a:buNone/>
            </a:pPr>
            <a:r>
              <a:rPr lang="en-US" sz="3450" dirty="0">
                <a:solidFill>
                  <a:srgbClr val="124E73"/>
                </a:solidFill>
                <a:latin typeface="Cooper Black" panose="0208090404030B020404" pitchFamily="18" charset="0"/>
                <a:ea typeface="MuseoModerno Medium" pitchFamily="34" charset="-122"/>
                <a:cs typeface="MuseoModerno Medium" pitchFamily="34" charset="-120"/>
              </a:rPr>
              <a:t>Implementation: How Privofy Works</a:t>
            </a:r>
            <a:endParaRPr lang="en-US" sz="3450" dirty="0">
              <a:latin typeface="Cooper Black" panose="0208090404030B020404" pitchFamily="18" charset="0"/>
            </a:endParaRPr>
          </a:p>
        </p:txBody>
      </p:sp>
      <p:pic>
        <p:nvPicPr>
          <p:cNvPr id="4" name="Image 1" descr="preencoded.png"/>
          <p:cNvPicPr>
            <a:picLocks noChangeAspect="1"/>
          </p:cNvPicPr>
          <p:nvPr/>
        </p:nvPicPr>
        <p:blipFill>
          <a:blip r:embed="rId4"/>
          <a:stretch>
            <a:fillRect/>
          </a:stretch>
        </p:blipFill>
        <p:spPr>
          <a:xfrm>
            <a:off x="617458" y="3508296"/>
            <a:ext cx="882134" cy="1058585"/>
          </a:xfrm>
          <a:prstGeom prst="rect">
            <a:avLst/>
          </a:prstGeom>
        </p:spPr>
      </p:pic>
      <p:sp>
        <p:nvSpPr>
          <p:cNvPr id="5" name="Text 1"/>
          <p:cNvSpPr/>
          <p:nvPr/>
        </p:nvSpPr>
        <p:spPr>
          <a:xfrm>
            <a:off x="1764149" y="3684627"/>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2B4150"/>
                </a:solidFill>
                <a:latin typeface="Cooper Black" panose="0208090404030B020404" pitchFamily="18" charset="0"/>
                <a:ea typeface="MuseoModerno Medium" pitchFamily="34" charset="-122"/>
                <a:cs typeface="MuseoModerno Medium" pitchFamily="34" charset="-120"/>
              </a:rPr>
              <a:t>Dashboard Access</a:t>
            </a:r>
            <a:endParaRPr lang="en-US" sz="1700" dirty="0">
              <a:latin typeface="Cooper Black" panose="0208090404030B020404" pitchFamily="18" charset="0"/>
            </a:endParaRPr>
          </a:p>
        </p:txBody>
      </p:sp>
      <p:sp>
        <p:nvSpPr>
          <p:cNvPr id="6" name="Text 2"/>
          <p:cNvSpPr/>
          <p:nvPr/>
        </p:nvSpPr>
        <p:spPr>
          <a:xfrm>
            <a:off x="1764149" y="4066103"/>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2B4150"/>
                </a:solidFill>
                <a:latin typeface="Source Sans Pro" pitchFamily="34" charset="0"/>
                <a:ea typeface="Source Sans Pro" pitchFamily="34" charset="-122"/>
                <a:cs typeface="Source Sans Pro" pitchFamily="34" charset="-120"/>
              </a:rPr>
              <a:t>Users log in and access the dashboard with main features.</a:t>
            </a:r>
            <a:endParaRPr lang="en-US" sz="1350" dirty="0"/>
          </a:p>
        </p:txBody>
      </p:sp>
      <p:pic>
        <p:nvPicPr>
          <p:cNvPr id="7" name="Image 2" descr="preencoded.png"/>
          <p:cNvPicPr>
            <a:picLocks noChangeAspect="1"/>
          </p:cNvPicPr>
          <p:nvPr/>
        </p:nvPicPr>
        <p:blipFill>
          <a:blip r:embed="rId5"/>
          <a:stretch>
            <a:fillRect/>
          </a:stretch>
        </p:blipFill>
        <p:spPr>
          <a:xfrm>
            <a:off x="617458" y="4566880"/>
            <a:ext cx="882134" cy="1058585"/>
          </a:xfrm>
          <a:prstGeom prst="rect">
            <a:avLst/>
          </a:prstGeom>
        </p:spPr>
      </p:pic>
      <p:sp>
        <p:nvSpPr>
          <p:cNvPr id="8" name="Text 3"/>
          <p:cNvSpPr/>
          <p:nvPr/>
        </p:nvSpPr>
        <p:spPr>
          <a:xfrm>
            <a:off x="1764149" y="4743212"/>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2B4150"/>
                </a:solidFill>
                <a:latin typeface="Cooper Black" panose="0208090404030B020404" pitchFamily="18" charset="0"/>
                <a:ea typeface="MuseoModerno Medium" pitchFamily="34" charset="-122"/>
                <a:cs typeface="MuseoModerno Medium" pitchFamily="34" charset="-120"/>
              </a:rPr>
              <a:t>Policy Input</a:t>
            </a:r>
            <a:endParaRPr lang="en-US" sz="1700" dirty="0">
              <a:latin typeface="Cooper Black" panose="0208090404030B020404" pitchFamily="18" charset="0"/>
            </a:endParaRPr>
          </a:p>
        </p:txBody>
      </p:sp>
      <p:sp>
        <p:nvSpPr>
          <p:cNvPr id="9" name="Text 4"/>
          <p:cNvSpPr/>
          <p:nvPr/>
        </p:nvSpPr>
        <p:spPr>
          <a:xfrm>
            <a:off x="1764149" y="5124688"/>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2B4150"/>
                </a:solidFill>
                <a:latin typeface="Source Sans Pro" pitchFamily="34" charset="0"/>
                <a:ea typeface="Source Sans Pro" pitchFamily="34" charset="-122"/>
                <a:cs typeface="Source Sans Pro" pitchFamily="34" charset="-120"/>
              </a:rPr>
              <a:t>Users search the site's database or upload a privacy policy. This is sent to the backend</a:t>
            </a:r>
            <a:endParaRPr lang="en-US" sz="1350" dirty="0"/>
          </a:p>
        </p:txBody>
      </p:sp>
      <p:pic>
        <p:nvPicPr>
          <p:cNvPr id="10" name="Image 3" descr="preencoded.png"/>
          <p:cNvPicPr>
            <a:picLocks noChangeAspect="1"/>
          </p:cNvPicPr>
          <p:nvPr/>
        </p:nvPicPr>
        <p:blipFill>
          <a:blip r:embed="rId6"/>
          <a:stretch>
            <a:fillRect/>
          </a:stretch>
        </p:blipFill>
        <p:spPr>
          <a:xfrm>
            <a:off x="617458" y="5625465"/>
            <a:ext cx="882134" cy="1058585"/>
          </a:xfrm>
          <a:prstGeom prst="rect">
            <a:avLst/>
          </a:prstGeom>
        </p:spPr>
      </p:pic>
      <p:sp>
        <p:nvSpPr>
          <p:cNvPr id="11" name="Text 5"/>
          <p:cNvSpPr/>
          <p:nvPr/>
        </p:nvSpPr>
        <p:spPr>
          <a:xfrm>
            <a:off x="1764149" y="5801797"/>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2B4150"/>
                </a:solidFill>
                <a:latin typeface="Cooper Black" panose="0208090404030B020404" pitchFamily="18" charset="0"/>
                <a:ea typeface="MuseoModerno Medium" pitchFamily="34" charset="-122"/>
                <a:cs typeface="MuseoModerno Medium" pitchFamily="34" charset="-120"/>
              </a:rPr>
              <a:t>AI Analysis</a:t>
            </a:r>
            <a:endParaRPr lang="en-US" sz="1700" dirty="0">
              <a:latin typeface="Cooper Black" panose="0208090404030B020404" pitchFamily="18" charset="0"/>
            </a:endParaRPr>
          </a:p>
        </p:txBody>
      </p:sp>
      <p:sp>
        <p:nvSpPr>
          <p:cNvPr id="12" name="Text 6"/>
          <p:cNvSpPr/>
          <p:nvPr/>
        </p:nvSpPr>
        <p:spPr>
          <a:xfrm>
            <a:off x="1764149" y="6183273"/>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2B4150"/>
                </a:solidFill>
                <a:latin typeface="Source Sans Pro" pitchFamily="34" charset="0"/>
                <a:ea typeface="Source Sans Pro" pitchFamily="34" charset="-122"/>
                <a:cs typeface="Source Sans Pro" pitchFamily="34" charset="-120"/>
              </a:rPr>
              <a:t>At the backend, the AI model generates insights: summary, data usage, key takeaways, and safety score.</a:t>
            </a:r>
            <a:endParaRPr lang="en-US" sz="1350" dirty="0"/>
          </a:p>
        </p:txBody>
      </p:sp>
      <p:pic>
        <p:nvPicPr>
          <p:cNvPr id="13" name="Image 4" descr="preencoded.png"/>
          <p:cNvPicPr>
            <a:picLocks noChangeAspect="1"/>
          </p:cNvPicPr>
          <p:nvPr/>
        </p:nvPicPr>
        <p:blipFill>
          <a:blip r:embed="rId7"/>
          <a:stretch>
            <a:fillRect/>
          </a:stretch>
        </p:blipFill>
        <p:spPr>
          <a:xfrm>
            <a:off x="617458" y="6684050"/>
            <a:ext cx="882134" cy="1058585"/>
          </a:xfrm>
          <a:prstGeom prst="rect">
            <a:avLst/>
          </a:prstGeom>
        </p:spPr>
      </p:pic>
      <p:sp>
        <p:nvSpPr>
          <p:cNvPr id="14" name="Text 7"/>
          <p:cNvSpPr/>
          <p:nvPr/>
        </p:nvSpPr>
        <p:spPr>
          <a:xfrm>
            <a:off x="1764149" y="6860381"/>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2B4150"/>
                </a:solidFill>
                <a:latin typeface="Cooper Black" panose="0208090404030B020404" pitchFamily="18" charset="0"/>
                <a:ea typeface="MuseoModerno Medium" pitchFamily="34" charset="-122"/>
                <a:cs typeface="MuseoModerno Medium" pitchFamily="34" charset="-120"/>
              </a:rPr>
              <a:t>Language Options</a:t>
            </a:r>
            <a:endParaRPr lang="en-US" sz="1700" dirty="0">
              <a:latin typeface="Cooper Black" panose="0208090404030B020404" pitchFamily="18" charset="0"/>
            </a:endParaRPr>
          </a:p>
        </p:txBody>
      </p:sp>
      <p:sp>
        <p:nvSpPr>
          <p:cNvPr id="15" name="Text 8"/>
          <p:cNvSpPr/>
          <p:nvPr/>
        </p:nvSpPr>
        <p:spPr>
          <a:xfrm>
            <a:off x="1764149" y="7241858"/>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2B4150"/>
                </a:solidFill>
                <a:latin typeface="Source Sans Pro" pitchFamily="34" charset="0"/>
                <a:ea typeface="Source Sans Pro" pitchFamily="34" charset="-122"/>
                <a:cs typeface="Source Sans Pro" pitchFamily="34" charset="-120"/>
              </a:rPr>
              <a:t>Insights are translated and available in audio format.</a:t>
            </a:r>
            <a:endParaRPr lang="en-US" sz="1350" dirty="0"/>
          </a:p>
        </p:txBody>
      </p:sp>
      <p:sp>
        <p:nvSpPr>
          <p:cNvPr id="16" name="Rectangle 15">
            <a:extLst>
              <a:ext uri="{FF2B5EF4-FFF2-40B4-BE49-F238E27FC236}">
                <a16:creationId xmlns:a16="http://schemas.microsoft.com/office/drawing/2014/main" id="{21FF281C-19AB-ED2D-4F58-CD26C0E73CF2}"/>
              </a:ext>
            </a:extLst>
          </p:cNvPr>
          <p:cNvSpPr/>
          <p:nvPr/>
        </p:nvSpPr>
        <p:spPr>
          <a:xfrm>
            <a:off x="12372975" y="7239000"/>
            <a:ext cx="2257425" cy="990600"/>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2711" y="576858"/>
            <a:ext cx="7678579" cy="1308497"/>
          </a:xfrm>
          <a:prstGeom prst="rect">
            <a:avLst/>
          </a:prstGeom>
          <a:noFill/>
          <a:ln/>
        </p:spPr>
        <p:txBody>
          <a:bodyPr wrap="square" lIns="0" tIns="0" rIns="0" bIns="0" rtlCol="0" anchor="t"/>
          <a:lstStyle/>
          <a:p>
            <a:pPr marL="0" indent="0" algn="l">
              <a:lnSpc>
                <a:spcPts val="5150"/>
              </a:lnSpc>
              <a:buNone/>
            </a:pPr>
            <a:r>
              <a:rPr lang="en-US" sz="4100" dirty="0">
                <a:solidFill>
                  <a:srgbClr val="124E73"/>
                </a:solidFill>
                <a:latin typeface="Cooper Black" panose="0208090404030B020404" pitchFamily="18" charset="0"/>
                <a:ea typeface="MuseoModerno Medium" pitchFamily="34" charset="-122"/>
                <a:cs typeface="MuseoModerno Medium" pitchFamily="34" charset="-120"/>
              </a:rPr>
              <a:t>Key Features: Simplifying Privacy</a:t>
            </a:r>
            <a:endParaRPr lang="en-US" sz="4100" dirty="0">
              <a:latin typeface="Cooper Black" panose="0208090404030B020404" pitchFamily="18" charset="0"/>
            </a:endParaRPr>
          </a:p>
        </p:txBody>
      </p:sp>
      <p:sp>
        <p:nvSpPr>
          <p:cNvPr id="4" name="Shape 1"/>
          <p:cNvSpPr/>
          <p:nvPr/>
        </p:nvSpPr>
        <p:spPr>
          <a:xfrm>
            <a:off x="732711" y="2199323"/>
            <a:ext cx="7678579" cy="1206341"/>
          </a:xfrm>
          <a:prstGeom prst="roundRect">
            <a:avLst>
              <a:gd name="adj" fmla="val 2603"/>
            </a:avLst>
          </a:prstGeom>
          <a:solidFill>
            <a:srgbClr val="F3EEE3"/>
          </a:solidFill>
          <a:ln/>
        </p:spPr>
      </p:sp>
      <p:sp>
        <p:nvSpPr>
          <p:cNvPr id="5" name="Text 2"/>
          <p:cNvSpPr/>
          <p:nvPr/>
        </p:nvSpPr>
        <p:spPr>
          <a:xfrm>
            <a:off x="942023" y="2408634"/>
            <a:ext cx="2617232" cy="327065"/>
          </a:xfrm>
          <a:prstGeom prst="rect">
            <a:avLst/>
          </a:prstGeom>
          <a:noFill/>
          <a:ln/>
        </p:spPr>
        <p:txBody>
          <a:bodyPr wrap="none" lIns="0" tIns="0" rIns="0" bIns="0" rtlCol="0" anchor="t"/>
          <a:lstStyle/>
          <a:p>
            <a:pPr marL="0" indent="0" algn="l">
              <a:lnSpc>
                <a:spcPts val="2550"/>
              </a:lnSpc>
              <a:buNone/>
            </a:pPr>
            <a:r>
              <a:rPr lang="en-US" sz="2050" dirty="0">
                <a:solidFill>
                  <a:srgbClr val="2B4150"/>
                </a:solidFill>
                <a:latin typeface="Cooper Black" panose="0208090404030B020404" pitchFamily="18" charset="0"/>
                <a:ea typeface="MuseoModerno Medium" pitchFamily="34" charset="-122"/>
                <a:cs typeface="MuseoModerno Medium" pitchFamily="34" charset="-120"/>
              </a:rPr>
              <a:t>Easy to Use</a:t>
            </a:r>
            <a:endParaRPr lang="en-US" sz="2050" dirty="0">
              <a:latin typeface="Cooper Black" panose="0208090404030B020404" pitchFamily="18" charset="0"/>
            </a:endParaRPr>
          </a:p>
        </p:txBody>
      </p:sp>
      <p:sp>
        <p:nvSpPr>
          <p:cNvPr id="6" name="Text 3"/>
          <p:cNvSpPr/>
          <p:nvPr/>
        </p:nvSpPr>
        <p:spPr>
          <a:xfrm>
            <a:off x="942023" y="2861310"/>
            <a:ext cx="7259955" cy="335042"/>
          </a:xfrm>
          <a:prstGeom prst="rect">
            <a:avLst/>
          </a:prstGeom>
          <a:noFill/>
          <a:ln/>
        </p:spPr>
        <p:txBody>
          <a:bodyPr wrap="none" lIns="0" tIns="0" rIns="0" bIns="0" rtlCol="0" anchor="t"/>
          <a:lstStyle/>
          <a:p>
            <a:pPr marL="0" indent="0" algn="l">
              <a:lnSpc>
                <a:spcPts val="2600"/>
              </a:lnSpc>
              <a:buNone/>
            </a:pPr>
            <a:r>
              <a:rPr lang="en-US" sz="1600" dirty="0">
                <a:solidFill>
                  <a:srgbClr val="2B4150"/>
                </a:solidFill>
                <a:latin typeface="Source Sans Pro" pitchFamily="34" charset="0"/>
                <a:ea typeface="Source Sans Pro" pitchFamily="34" charset="-122"/>
                <a:cs typeface="Source Sans Pro" pitchFamily="34" charset="-120"/>
              </a:rPr>
              <a:t>Simple-to-use website for uploading privacy policies.</a:t>
            </a:r>
            <a:endParaRPr lang="en-US" sz="1600" dirty="0"/>
          </a:p>
        </p:txBody>
      </p:sp>
      <p:sp>
        <p:nvSpPr>
          <p:cNvPr id="7" name="Shape 4"/>
          <p:cNvSpPr/>
          <p:nvPr/>
        </p:nvSpPr>
        <p:spPr>
          <a:xfrm>
            <a:off x="732711" y="3614976"/>
            <a:ext cx="7678579" cy="1206341"/>
          </a:xfrm>
          <a:prstGeom prst="roundRect">
            <a:avLst>
              <a:gd name="adj" fmla="val 2603"/>
            </a:avLst>
          </a:prstGeom>
          <a:solidFill>
            <a:srgbClr val="F3EEE3"/>
          </a:solidFill>
          <a:ln/>
        </p:spPr>
      </p:sp>
      <p:sp>
        <p:nvSpPr>
          <p:cNvPr id="8" name="Text 5"/>
          <p:cNvSpPr/>
          <p:nvPr/>
        </p:nvSpPr>
        <p:spPr>
          <a:xfrm>
            <a:off x="942023" y="3824288"/>
            <a:ext cx="2617232" cy="327065"/>
          </a:xfrm>
          <a:prstGeom prst="rect">
            <a:avLst/>
          </a:prstGeom>
          <a:noFill/>
          <a:ln/>
        </p:spPr>
        <p:txBody>
          <a:bodyPr wrap="none" lIns="0" tIns="0" rIns="0" bIns="0" rtlCol="0" anchor="t"/>
          <a:lstStyle/>
          <a:p>
            <a:pPr marL="0" indent="0" algn="l">
              <a:lnSpc>
                <a:spcPts val="2550"/>
              </a:lnSpc>
              <a:buNone/>
            </a:pPr>
            <a:r>
              <a:rPr lang="en-US" sz="2050" dirty="0">
                <a:solidFill>
                  <a:srgbClr val="2B4150"/>
                </a:solidFill>
                <a:latin typeface="Cooper Black" panose="0208090404030B020404" pitchFamily="18" charset="0"/>
                <a:ea typeface="MuseoModerno Medium" pitchFamily="34" charset="-122"/>
                <a:cs typeface="MuseoModerno Medium" pitchFamily="34" charset="-120"/>
              </a:rPr>
              <a:t>Large Database</a:t>
            </a:r>
            <a:endParaRPr lang="en-US" sz="2050" dirty="0">
              <a:latin typeface="Cooper Black" panose="0208090404030B020404" pitchFamily="18" charset="0"/>
            </a:endParaRPr>
          </a:p>
        </p:txBody>
      </p:sp>
      <p:sp>
        <p:nvSpPr>
          <p:cNvPr id="9" name="Text 6"/>
          <p:cNvSpPr/>
          <p:nvPr/>
        </p:nvSpPr>
        <p:spPr>
          <a:xfrm>
            <a:off x="942023" y="4276963"/>
            <a:ext cx="7259955" cy="335042"/>
          </a:xfrm>
          <a:prstGeom prst="rect">
            <a:avLst/>
          </a:prstGeom>
          <a:noFill/>
          <a:ln/>
        </p:spPr>
        <p:txBody>
          <a:bodyPr wrap="none" lIns="0" tIns="0" rIns="0" bIns="0" rtlCol="0" anchor="t"/>
          <a:lstStyle/>
          <a:p>
            <a:pPr marL="0" indent="0" algn="l">
              <a:lnSpc>
                <a:spcPts val="2600"/>
              </a:lnSpc>
              <a:buNone/>
            </a:pPr>
            <a:r>
              <a:rPr lang="en-US" sz="1600" dirty="0">
                <a:solidFill>
                  <a:srgbClr val="2B4150"/>
                </a:solidFill>
                <a:latin typeface="Source Sans Pro" pitchFamily="34" charset="0"/>
                <a:ea typeface="Source Sans Pro" pitchFamily="34" charset="-122"/>
                <a:cs typeface="Source Sans Pro" pitchFamily="34" charset="-120"/>
              </a:rPr>
              <a:t>Searchable database of privacy policies and terms &amp; conditions.</a:t>
            </a:r>
            <a:endParaRPr lang="en-US" sz="1600" dirty="0"/>
          </a:p>
        </p:txBody>
      </p:sp>
      <p:sp>
        <p:nvSpPr>
          <p:cNvPr id="10" name="Shape 7"/>
          <p:cNvSpPr/>
          <p:nvPr/>
        </p:nvSpPr>
        <p:spPr>
          <a:xfrm>
            <a:off x="732711" y="5030629"/>
            <a:ext cx="7678579" cy="1206341"/>
          </a:xfrm>
          <a:prstGeom prst="roundRect">
            <a:avLst>
              <a:gd name="adj" fmla="val 2603"/>
            </a:avLst>
          </a:prstGeom>
          <a:solidFill>
            <a:srgbClr val="F3EEE3"/>
          </a:solidFill>
          <a:ln/>
        </p:spPr>
      </p:sp>
      <p:sp>
        <p:nvSpPr>
          <p:cNvPr id="11" name="Text 8"/>
          <p:cNvSpPr/>
          <p:nvPr/>
        </p:nvSpPr>
        <p:spPr>
          <a:xfrm>
            <a:off x="942023" y="5239941"/>
            <a:ext cx="2617232" cy="327065"/>
          </a:xfrm>
          <a:prstGeom prst="rect">
            <a:avLst/>
          </a:prstGeom>
          <a:noFill/>
          <a:ln/>
        </p:spPr>
        <p:txBody>
          <a:bodyPr wrap="none" lIns="0" tIns="0" rIns="0" bIns="0" rtlCol="0" anchor="t"/>
          <a:lstStyle/>
          <a:p>
            <a:pPr marL="0" indent="0" algn="l">
              <a:lnSpc>
                <a:spcPts val="2550"/>
              </a:lnSpc>
              <a:buNone/>
            </a:pPr>
            <a:r>
              <a:rPr lang="en-US" sz="2050" dirty="0">
                <a:solidFill>
                  <a:srgbClr val="2B4150"/>
                </a:solidFill>
                <a:latin typeface="Cooper Black" panose="0208090404030B020404" pitchFamily="18" charset="0"/>
                <a:ea typeface="MuseoModerno Medium" pitchFamily="34" charset="-122"/>
                <a:cs typeface="MuseoModerno Medium" pitchFamily="34" charset="-120"/>
              </a:rPr>
              <a:t>Easy to Understand</a:t>
            </a:r>
            <a:endParaRPr lang="en-US" sz="2050" dirty="0">
              <a:latin typeface="Cooper Black" panose="0208090404030B020404" pitchFamily="18" charset="0"/>
            </a:endParaRPr>
          </a:p>
        </p:txBody>
      </p:sp>
      <p:sp>
        <p:nvSpPr>
          <p:cNvPr id="12" name="Text 9"/>
          <p:cNvSpPr/>
          <p:nvPr/>
        </p:nvSpPr>
        <p:spPr>
          <a:xfrm>
            <a:off x="942023" y="5692616"/>
            <a:ext cx="7259955" cy="335042"/>
          </a:xfrm>
          <a:prstGeom prst="rect">
            <a:avLst/>
          </a:prstGeom>
          <a:noFill/>
          <a:ln/>
        </p:spPr>
        <p:txBody>
          <a:bodyPr wrap="none" lIns="0" tIns="0" rIns="0" bIns="0" rtlCol="0" anchor="t"/>
          <a:lstStyle/>
          <a:p>
            <a:pPr marL="0" indent="0" algn="l">
              <a:lnSpc>
                <a:spcPts val="2600"/>
              </a:lnSpc>
              <a:buNone/>
            </a:pPr>
            <a:r>
              <a:rPr lang="en-US" sz="1600" dirty="0">
                <a:solidFill>
                  <a:srgbClr val="2B4150"/>
                </a:solidFill>
                <a:latin typeface="Source Sans Pro" pitchFamily="34" charset="0"/>
                <a:ea typeface="Source Sans Pro" pitchFamily="34" charset="-122"/>
                <a:cs typeface="Source Sans Pro" pitchFamily="34" charset="-120"/>
              </a:rPr>
              <a:t>AI explains policies in easy-to-understand language with a safety score.</a:t>
            </a:r>
            <a:endParaRPr lang="en-US" sz="1600" dirty="0"/>
          </a:p>
        </p:txBody>
      </p:sp>
      <p:sp>
        <p:nvSpPr>
          <p:cNvPr id="13" name="Shape 10"/>
          <p:cNvSpPr/>
          <p:nvPr/>
        </p:nvSpPr>
        <p:spPr>
          <a:xfrm>
            <a:off x="732711" y="6446282"/>
            <a:ext cx="7678579" cy="1206341"/>
          </a:xfrm>
          <a:prstGeom prst="roundRect">
            <a:avLst>
              <a:gd name="adj" fmla="val 2603"/>
            </a:avLst>
          </a:prstGeom>
          <a:solidFill>
            <a:srgbClr val="F3EEE3"/>
          </a:solidFill>
          <a:ln/>
        </p:spPr>
      </p:sp>
      <p:sp>
        <p:nvSpPr>
          <p:cNvPr id="14" name="Text 11"/>
          <p:cNvSpPr/>
          <p:nvPr/>
        </p:nvSpPr>
        <p:spPr>
          <a:xfrm>
            <a:off x="942023" y="6655594"/>
            <a:ext cx="2617232" cy="327065"/>
          </a:xfrm>
          <a:prstGeom prst="rect">
            <a:avLst/>
          </a:prstGeom>
          <a:noFill/>
          <a:ln/>
        </p:spPr>
        <p:txBody>
          <a:bodyPr wrap="none" lIns="0" tIns="0" rIns="0" bIns="0" rtlCol="0" anchor="t"/>
          <a:lstStyle/>
          <a:p>
            <a:pPr marL="0" indent="0" algn="l">
              <a:lnSpc>
                <a:spcPts val="2550"/>
              </a:lnSpc>
              <a:buNone/>
            </a:pPr>
            <a:r>
              <a:rPr lang="en-US" sz="2050" dirty="0">
                <a:solidFill>
                  <a:srgbClr val="2B4150"/>
                </a:solidFill>
                <a:latin typeface="Cooper Black" panose="0208090404030B020404" pitchFamily="18" charset="0"/>
                <a:ea typeface="MuseoModerno Medium" pitchFamily="34" charset="-122"/>
                <a:cs typeface="MuseoModerno Medium" pitchFamily="34" charset="-120"/>
              </a:rPr>
              <a:t>Translation</a:t>
            </a:r>
            <a:endParaRPr lang="en-US" sz="2050" dirty="0">
              <a:latin typeface="Cooper Black" panose="0208090404030B020404" pitchFamily="18" charset="0"/>
            </a:endParaRPr>
          </a:p>
        </p:txBody>
      </p:sp>
      <p:sp>
        <p:nvSpPr>
          <p:cNvPr id="15" name="Text 12"/>
          <p:cNvSpPr/>
          <p:nvPr/>
        </p:nvSpPr>
        <p:spPr>
          <a:xfrm>
            <a:off x="942023" y="7108269"/>
            <a:ext cx="7259955" cy="335042"/>
          </a:xfrm>
          <a:prstGeom prst="rect">
            <a:avLst/>
          </a:prstGeom>
          <a:noFill/>
          <a:ln/>
        </p:spPr>
        <p:txBody>
          <a:bodyPr wrap="none" lIns="0" tIns="0" rIns="0" bIns="0" rtlCol="0" anchor="t"/>
          <a:lstStyle/>
          <a:p>
            <a:pPr marL="0" indent="0" algn="l">
              <a:lnSpc>
                <a:spcPts val="2600"/>
              </a:lnSpc>
              <a:buNone/>
            </a:pPr>
            <a:r>
              <a:rPr lang="en-US" sz="1600" dirty="0">
                <a:solidFill>
                  <a:srgbClr val="2B4150"/>
                </a:solidFill>
                <a:latin typeface="Source Sans Pro" pitchFamily="34" charset="0"/>
                <a:ea typeface="Source Sans Pro" pitchFamily="34" charset="-122"/>
                <a:cs typeface="Source Sans Pro" pitchFamily="34" charset="-120"/>
              </a:rPr>
              <a:t>Text translation and audio in multiple languages.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94065"/>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Technology Stack: Powering Privofy</a:t>
            </a:r>
            <a:endParaRPr lang="en-US" sz="4450" dirty="0">
              <a:latin typeface="Cooper Black" panose="0208090404030B020404" pitchFamily="18" charset="0"/>
            </a:endParaRPr>
          </a:p>
        </p:txBody>
      </p:sp>
      <p:pic>
        <p:nvPicPr>
          <p:cNvPr id="4" name="Image 1" descr="preencoded.png"/>
          <p:cNvPicPr>
            <a:picLocks noChangeAspect="1"/>
          </p:cNvPicPr>
          <p:nvPr/>
        </p:nvPicPr>
        <p:blipFill>
          <a:blip r:embed="rId4"/>
          <a:stretch>
            <a:fillRect/>
          </a:stretch>
        </p:blipFill>
        <p:spPr>
          <a:xfrm>
            <a:off x="793789" y="3084641"/>
            <a:ext cx="566976" cy="566976"/>
          </a:xfrm>
          <a:prstGeom prst="rect">
            <a:avLst/>
          </a:prstGeom>
        </p:spPr>
      </p:pic>
      <p:sp>
        <p:nvSpPr>
          <p:cNvPr id="5" name="Text 1"/>
          <p:cNvSpPr/>
          <p:nvPr/>
        </p:nvSpPr>
        <p:spPr>
          <a:xfrm>
            <a:off x="1587579" y="28517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Cooper Black" panose="0208090404030B020404" pitchFamily="18" charset="0"/>
                <a:ea typeface="MuseoModerno Medium" pitchFamily="34" charset="-122"/>
                <a:cs typeface="MuseoModerno Medium" pitchFamily="34" charset="-120"/>
              </a:rPr>
              <a:t>React JS</a:t>
            </a:r>
            <a:endParaRPr lang="en-US" sz="2200" dirty="0">
              <a:latin typeface="Cooper Black" panose="0208090404030B020404" pitchFamily="18" charset="0"/>
            </a:endParaRPr>
          </a:p>
        </p:txBody>
      </p:sp>
      <p:sp>
        <p:nvSpPr>
          <p:cNvPr id="6" name="Text 2"/>
          <p:cNvSpPr/>
          <p:nvPr/>
        </p:nvSpPr>
        <p:spPr>
          <a:xfrm>
            <a:off x="1587579" y="3342203"/>
            <a:ext cx="6762631"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Website built with React JS, HTML, and vanilla CSS.</a:t>
            </a:r>
            <a:endParaRPr lang="en-US" sz="1750" dirty="0"/>
          </a:p>
        </p:txBody>
      </p:sp>
      <p:pic>
        <p:nvPicPr>
          <p:cNvPr id="7" name="Image 2" descr="preencoded.png"/>
          <p:cNvPicPr>
            <a:picLocks noChangeAspect="1"/>
          </p:cNvPicPr>
          <p:nvPr/>
        </p:nvPicPr>
        <p:blipFill>
          <a:blip r:embed="rId5"/>
          <a:stretch>
            <a:fillRect/>
          </a:stretch>
        </p:blipFill>
        <p:spPr>
          <a:xfrm>
            <a:off x="793789" y="4525625"/>
            <a:ext cx="566976" cy="566976"/>
          </a:xfrm>
          <a:prstGeom prst="rect">
            <a:avLst/>
          </a:prstGeom>
        </p:spPr>
      </p:pic>
      <p:sp>
        <p:nvSpPr>
          <p:cNvPr id="8" name="Text 3"/>
          <p:cNvSpPr/>
          <p:nvPr/>
        </p:nvSpPr>
        <p:spPr>
          <a:xfrm>
            <a:off x="1587579" y="43855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Cooper Black" panose="0208090404030B020404" pitchFamily="18" charset="0"/>
                <a:ea typeface="MuseoModerno Medium" pitchFamily="34" charset="-122"/>
                <a:cs typeface="MuseoModerno Medium" pitchFamily="34" charset="-120"/>
              </a:rPr>
              <a:t>Supabase</a:t>
            </a:r>
            <a:endParaRPr lang="en-US" sz="2200" dirty="0">
              <a:latin typeface="Cooper Black" panose="0208090404030B020404" pitchFamily="18" charset="0"/>
            </a:endParaRPr>
          </a:p>
        </p:txBody>
      </p:sp>
      <p:sp>
        <p:nvSpPr>
          <p:cNvPr id="9" name="Text 4"/>
          <p:cNvSpPr/>
          <p:nvPr/>
        </p:nvSpPr>
        <p:spPr>
          <a:xfrm>
            <a:off x="1587579" y="4875967"/>
            <a:ext cx="6762631" cy="362903"/>
          </a:xfrm>
          <a:prstGeom prst="rect">
            <a:avLst/>
          </a:prstGeom>
          <a:noFill/>
          <a:ln/>
        </p:spPr>
        <p:txBody>
          <a:bodyPr wrap="non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User authentication and data storage handled by Supabase.</a:t>
            </a:r>
            <a:endParaRPr lang="en-US" sz="1750" dirty="0"/>
          </a:p>
        </p:txBody>
      </p:sp>
      <p:pic>
        <p:nvPicPr>
          <p:cNvPr id="10" name="Image 3" descr="preencoded.png"/>
          <p:cNvPicPr>
            <a:picLocks noChangeAspect="1"/>
          </p:cNvPicPr>
          <p:nvPr/>
        </p:nvPicPr>
        <p:blipFill>
          <a:blip r:embed="rId6"/>
          <a:stretch>
            <a:fillRect/>
          </a:stretch>
        </p:blipFill>
        <p:spPr>
          <a:xfrm>
            <a:off x="793789" y="6273641"/>
            <a:ext cx="566976" cy="566976"/>
          </a:xfrm>
          <a:prstGeom prst="rect">
            <a:avLst/>
          </a:prstGeom>
        </p:spPr>
      </p:pic>
      <p:sp>
        <p:nvSpPr>
          <p:cNvPr id="11" name="Text 5"/>
          <p:cNvSpPr/>
          <p:nvPr/>
        </p:nvSpPr>
        <p:spPr>
          <a:xfrm>
            <a:off x="1587579" y="591931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4150"/>
                </a:solidFill>
                <a:latin typeface="Cooper Black" panose="0208090404030B020404" pitchFamily="18" charset="0"/>
                <a:ea typeface="MuseoModerno Medium" pitchFamily="34" charset="-122"/>
                <a:cs typeface="MuseoModerno Medium" pitchFamily="34" charset="-120"/>
              </a:rPr>
              <a:t>Google Gemini</a:t>
            </a:r>
            <a:endParaRPr lang="en-US" sz="2200" dirty="0">
              <a:latin typeface="Cooper Black" panose="0208090404030B020404" pitchFamily="18" charset="0"/>
            </a:endParaRPr>
          </a:p>
        </p:txBody>
      </p:sp>
      <p:sp>
        <p:nvSpPr>
          <p:cNvPr id="12" name="Text 6"/>
          <p:cNvSpPr/>
          <p:nvPr/>
        </p:nvSpPr>
        <p:spPr>
          <a:xfrm>
            <a:off x="1587579" y="6409730"/>
            <a:ext cx="6762631"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Integrated Google's Gemini model for accurate and meaningful privacy policy insights.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185511"/>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Impact and Scalability: Empowering Users Worldwide</a:t>
            </a:r>
            <a:endParaRPr lang="en-US" sz="4450" dirty="0">
              <a:latin typeface="Cooper Black" panose="0208090404030B020404" pitchFamily="18" charset="0"/>
            </a:endParaRPr>
          </a:p>
        </p:txBody>
      </p:sp>
      <p:sp>
        <p:nvSpPr>
          <p:cNvPr id="3" name="Text 1"/>
          <p:cNvSpPr/>
          <p:nvPr/>
        </p:nvSpPr>
        <p:spPr>
          <a:xfrm>
            <a:off x="793790" y="41700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Cooper Black" panose="0208090404030B020404" pitchFamily="18" charset="0"/>
                <a:ea typeface="MuseoModerno Medium" pitchFamily="34" charset="-122"/>
                <a:cs typeface="MuseoModerno Medium" pitchFamily="34" charset="-120"/>
              </a:rPr>
              <a:t>Broad Impact</a:t>
            </a:r>
            <a:endParaRPr lang="en-US" sz="2200" dirty="0">
              <a:latin typeface="Cooper Black" panose="0208090404030B020404" pitchFamily="18" charset="0"/>
            </a:endParaRPr>
          </a:p>
        </p:txBody>
      </p:sp>
      <p:sp>
        <p:nvSpPr>
          <p:cNvPr id="4" name="Text 2"/>
          <p:cNvSpPr/>
          <p:nvPr/>
        </p:nvSpPr>
        <p:spPr>
          <a:xfrm>
            <a:off x="793790" y="475118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Benefits everyone by providing understanding of agreements, potentially forcing companies to adapt privacy policies and reducing data leaks.</a:t>
            </a:r>
            <a:endParaRPr lang="en-US" sz="1750" dirty="0"/>
          </a:p>
        </p:txBody>
      </p:sp>
      <p:sp>
        <p:nvSpPr>
          <p:cNvPr id="5" name="Text 3"/>
          <p:cNvSpPr/>
          <p:nvPr/>
        </p:nvSpPr>
        <p:spPr>
          <a:xfrm>
            <a:off x="7599521" y="41700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24E73"/>
                </a:solidFill>
                <a:latin typeface="Cooper Black" panose="0208090404030B020404" pitchFamily="18" charset="0"/>
                <a:ea typeface="MuseoModerno Medium" pitchFamily="34" charset="-122"/>
                <a:cs typeface="MuseoModerno Medium" pitchFamily="34" charset="-120"/>
              </a:rPr>
              <a:t>Scalability</a:t>
            </a:r>
            <a:endParaRPr lang="en-US" sz="2200" dirty="0">
              <a:latin typeface="Cooper Black" panose="0208090404030B020404" pitchFamily="18" charset="0"/>
            </a:endParaRPr>
          </a:p>
        </p:txBody>
      </p:sp>
      <p:sp>
        <p:nvSpPr>
          <p:cNvPr id="6" name="Text 4"/>
          <p:cNvSpPr/>
          <p:nvPr/>
        </p:nvSpPr>
        <p:spPr>
          <a:xfrm>
            <a:off x="7599521" y="4751189"/>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Easily scalable website hosted to a large scale for worldwide access.</a:t>
            </a:r>
            <a:endParaRPr lang="en-US" sz="1750" dirty="0"/>
          </a:p>
        </p:txBody>
      </p:sp>
      <p:sp>
        <p:nvSpPr>
          <p:cNvPr id="7" name="Rectangle 6">
            <a:extLst>
              <a:ext uri="{FF2B5EF4-FFF2-40B4-BE49-F238E27FC236}">
                <a16:creationId xmlns:a16="http://schemas.microsoft.com/office/drawing/2014/main" id="{83216A77-9C14-278F-AD75-85785C96777F}"/>
              </a:ext>
            </a:extLst>
          </p:cNvPr>
          <p:cNvSpPr/>
          <p:nvPr/>
        </p:nvSpPr>
        <p:spPr>
          <a:xfrm>
            <a:off x="12372975" y="7239000"/>
            <a:ext cx="2257425" cy="990600"/>
          </a:xfrm>
          <a:prstGeom prst="rect">
            <a:avLst/>
          </a:prstGeom>
          <a:solidFill>
            <a:srgbClr val="FFFC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336591" y="548759"/>
            <a:ext cx="10065544" cy="708779"/>
          </a:xfrm>
          <a:prstGeom prst="rect">
            <a:avLst/>
          </a:prstGeom>
          <a:noFill/>
          <a:ln/>
        </p:spPr>
        <p:txBody>
          <a:bodyPr wrap="none" lIns="0" tIns="0" rIns="0" bIns="0" rtlCol="0" anchor="t"/>
          <a:lstStyle/>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Conclusion: Solving a </a:t>
            </a:r>
          </a:p>
          <a:p>
            <a:pPr marL="0" indent="0" algn="l">
              <a:lnSpc>
                <a:spcPts val="5550"/>
              </a:lnSpc>
              <a:buNone/>
            </a:pPr>
            <a:r>
              <a:rPr lang="en-US" sz="4450" dirty="0">
                <a:solidFill>
                  <a:srgbClr val="124E73"/>
                </a:solidFill>
                <a:latin typeface="Cooper Black" panose="0208090404030B020404" pitchFamily="18" charset="0"/>
                <a:ea typeface="MuseoModerno Medium" pitchFamily="34" charset="-122"/>
                <a:cs typeface="MuseoModerno Medium" pitchFamily="34" charset="-120"/>
              </a:rPr>
              <a:t>Critical Problem</a:t>
            </a:r>
            <a:endParaRPr lang="en-US" sz="4450" dirty="0">
              <a:latin typeface="Cooper Black" panose="0208090404030B020404" pitchFamily="18" charset="0"/>
            </a:endParaRPr>
          </a:p>
        </p:txBody>
      </p:sp>
      <p:sp>
        <p:nvSpPr>
          <p:cNvPr id="4" name="Text 1"/>
          <p:cNvSpPr/>
          <p:nvPr/>
        </p:nvSpPr>
        <p:spPr>
          <a:xfrm>
            <a:off x="336591" y="2350175"/>
            <a:ext cx="6064210" cy="1088708"/>
          </a:xfrm>
          <a:prstGeom prst="rect">
            <a:avLst/>
          </a:prstGeom>
          <a:noFill/>
          <a:ln/>
        </p:spPr>
        <p:txBody>
          <a:bodyPr wrap="square" lIns="0" tIns="0" rIns="0" bIns="0" rtlCol="0" anchor="t"/>
          <a:lstStyle/>
          <a:p>
            <a:pPr marL="0" indent="0" algn="l">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Privofy stands out with its comprehensive features, automating the analysis of complex privacy policies. Unlike hiring lawyers, Privofy offers an accessible solution, freeing up legal professionals for other cases. This project addresses data security, leaks, and spam calls, aligning with SDG-16, making it a valuable and impactful tool.</a:t>
            </a:r>
            <a:endParaRPr lang="en-US" sz="1750" dirty="0"/>
          </a:p>
        </p:txBody>
      </p:sp>
      <p:pic>
        <p:nvPicPr>
          <p:cNvPr id="6" name="Picture 5">
            <a:extLst>
              <a:ext uri="{FF2B5EF4-FFF2-40B4-BE49-F238E27FC236}">
                <a16:creationId xmlns:a16="http://schemas.microsoft.com/office/drawing/2014/main" id="{CC32FF75-6FEC-6EDB-136C-DEC388D59C6D}"/>
              </a:ext>
            </a:extLst>
          </p:cNvPr>
          <p:cNvPicPr>
            <a:picLocks noChangeAspect="1"/>
          </p:cNvPicPr>
          <p:nvPr/>
        </p:nvPicPr>
        <p:blipFill>
          <a:blip r:embed="rId3"/>
          <a:stretch>
            <a:fillRect/>
          </a:stretch>
        </p:blipFill>
        <p:spPr>
          <a:xfrm>
            <a:off x="6972300" y="0"/>
            <a:ext cx="76581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513</Words>
  <Application>Microsoft Office PowerPoint</Application>
  <PresentationFormat>Custom</PresentationFormat>
  <Paragraphs>60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Cooper Black</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Shivansh Mathur</cp:lastModifiedBy>
  <cp:revision>1</cp:revision>
  <dcterms:created xsi:type="dcterms:W3CDTF">2025-03-27T12:33:27Z</dcterms:created>
  <dcterms:modified xsi:type="dcterms:W3CDTF">2025-03-27T15:27:29Z</dcterms:modified>
</cp:coreProperties>
</file>